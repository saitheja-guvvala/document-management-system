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05D8A-99E0-44D6-ABD9-4F2BCD9D0F7D}" v="2" dt="2025-11-20T18:16:54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7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827BB6-6FD0-275A-87D6-9201E316EB4A}"/>
              </a:ext>
            </a:extLst>
          </p:cNvPr>
          <p:cNvSpPr txBox="1"/>
          <p:nvPr/>
        </p:nvSpPr>
        <p:spPr>
          <a:xfrm>
            <a:off x="530352" y="315200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/>
              <a:t>Team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CAAC5-5FDC-046D-4AB6-296CA63AEAB0}"/>
              </a:ext>
            </a:extLst>
          </p:cNvPr>
          <p:cNvSpPr txBox="1"/>
          <p:nvPr/>
        </p:nvSpPr>
        <p:spPr>
          <a:xfrm>
            <a:off x="530352" y="408401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2210030466_K.B.V.Ramana</a:t>
            </a:r>
          </a:p>
          <a:p>
            <a:r>
              <a:rPr lang="en-IN" dirty="0"/>
              <a:t>2210030495_Kodhanda</a:t>
            </a:r>
          </a:p>
          <a:p>
            <a:r>
              <a:rPr lang="en-IN" dirty="0"/>
              <a:t>2210030475_Dhanush</a:t>
            </a:r>
          </a:p>
          <a:p>
            <a:r>
              <a:rPr lang="en-IN" dirty="0"/>
              <a:t>2210030476_Madhav </a:t>
            </a:r>
            <a:r>
              <a:rPr lang="en-IN" dirty="0" err="1"/>
              <a:t>reddy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3D652-6558-9AFD-4760-3587E71288BB}"/>
              </a:ext>
            </a:extLst>
          </p:cNvPr>
          <p:cNvSpPr txBox="1"/>
          <p:nvPr/>
        </p:nvSpPr>
        <p:spPr>
          <a:xfrm>
            <a:off x="2286000" y="1196078"/>
            <a:ext cx="4572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K-Means Clustering</a:t>
            </a:r>
          </a:p>
        </p:txBody>
      </p:sp>
    </p:spTree>
    <p:extLst>
      <p:ext uri="{BB962C8B-B14F-4D97-AF65-F5344CB8AC3E}">
        <p14:creationId xmlns:p14="http://schemas.microsoft.com/office/powerpoint/2010/main" val="3300805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Understanding 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Unsupervised ML algorithm that partitions data into K clusters</a:t>
            </a:r>
          </a:p>
          <a:p>
            <a:pPr lvl="1"/>
            <a:r>
              <a:t>Groups similar data points; dissimilar points fall in different clusters</a:t>
            </a:r>
          </a:p>
          <a:p>
            <a:pPr lvl="1"/>
            <a:r>
              <a:t>Uses centroids (cluster centers)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of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Minimize sum of squared distance to centroid</a:t>
            </a:r>
          </a:p>
          <a:p>
            <a:pPr lvl="1"/>
            <a:r>
              <a:t>Iteratively refine clusters</a:t>
            </a:r>
          </a:p>
          <a:p>
            <a:pPr lvl="1"/>
            <a:r>
              <a:t>Used in segmentation, compression, anomaly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1: Choose K &amp; Initialize Centroids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Select number of clusters K</a:t>
            </a:r>
          </a:p>
          <a:p>
            <a:pPr lvl="1"/>
            <a:r>
              <a:t>Randomly choose K initial centroids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2 &amp; 3: Assign &amp;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Assign: point → nearest centroid (Euclidean distance)</a:t>
            </a:r>
          </a:p>
          <a:p>
            <a:pPr lvl="1"/>
            <a:r>
              <a:t>Update: centroid = mean of assigned points</a:t>
            </a:r>
          </a:p>
          <a:p>
            <a:pPr lvl="1"/>
            <a:r>
              <a:t>Repeat until centroids stabilize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Example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Points: A1(2,10), A2(2,5), A3(8,4), B1(5,8), B2(7,5), B3(6,4), C1(1,2), C2(4,9)</a:t>
            </a:r>
          </a:p>
          <a:p>
            <a:pPr lvl="1"/>
            <a:r>
              <a:t>K = 3</a:t>
            </a:r>
          </a:p>
          <a:p>
            <a:pPr lvl="1"/>
            <a:r>
              <a:t>Initial centroids: A1(2,10), B1(5,8), C1(1,2)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1: Assign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Compute Euclidean distances</a:t>
            </a:r>
          </a:p>
          <a:p>
            <a:pPr lvl="1"/>
            <a:r>
              <a:t>Cluster 1: A1, A2, C2</a:t>
            </a:r>
          </a:p>
          <a:p>
            <a:pPr lvl="1"/>
            <a:r>
              <a:t>Cluster 2: B1, B2, B3</a:t>
            </a:r>
          </a:p>
          <a:p>
            <a:pPr lvl="1"/>
            <a:r>
              <a:t>Cluster 3: C1, A3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1: Update Centroids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Cluster 1 centroid = (2.67, 8)</a:t>
            </a:r>
          </a:p>
          <a:p>
            <a:pPr lvl="1"/>
            <a:r>
              <a:t>Cluster 2 centroid = (6, 5.67)</a:t>
            </a:r>
          </a:p>
          <a:p>
            <a:pPr lvl="1"/>
            <a:r>
              <a:t>Cluster 3 centroid = (4.5, 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K-Means minimizes distance to centroids</a:t>
            </a:r>
          </a:p>
          <a:p>
            <a:pPr lvl="1"/>
            <a:r>
              <a:t>Algorithm converges when centroids stop moving</a:t>
            </a:r>
          </a:p>
          <a:p>
            <a:pPr lvl="1"/>
            <a:r>
              <a:t>Useful for organizing data into meaningful clusters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235</Words>
  <Application>Microsoft Office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Understanding K-Means Clustering</vt:lpstr>
      <vt:lpstr>Goal of K-Means</vt:lpstr>
      <vt:lpstr>Step 1: Choose K &amp; Initialize Centroids</vt:lpstr>
      <vt:lpstr>Steps 2 &amp; 3: Assign &amp; Update</vt:lpstr>
      <vt:lpstr>Numerical Example Setup</vt:lpstr>
      <vt:lpstr>Iteration 1: Assign Points</vt:lpstr>
      <vt:lpstr>Iteration 1: Update Centroids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NANI GUVVALA</cp:lastModifiedBy>
  <cp:revision>2</cp:revision>
  <dcterms:created xsi:type="dcterms:W3CDTF">2013-01-27T09:14:16Z</dcterms:created>
  <dcterms:modified xsi:type="dcterms:W3CDTF">2025-11-20T18:20:31Z</dcterms:modified>
  <cp:category/>
</cp:coreProperties>
</file>